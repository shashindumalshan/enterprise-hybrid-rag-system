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AcmeCloud Checkout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Checkout service flow: Web App -&gt; Checkout API -&gt; Payments Service -&gt; Orders Database. Support assistant uses Vector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828800" cy="731520"/>
          </a:xfrm>
          <a:prstGeom prst="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Web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743200"/>
            <a:ext cx="1828800" cy="731520"/>
          </a:xfrm>
          <a:prstGeom prst="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Checkout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2743200"/>
            <a:ext cx="1828800" cy="731520"/>
          </a:xfrm>
          <a:prstGeom prst="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Payments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743200"/>
            <a:ext cx="1828800" cy="731520"/>
          </a:xfrm>
          <a:prstGeom prst="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Orders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4206240"/>
            <a:ext cx="1828800" cy="731520"/>
          </a:xfrm>
          <a:prstGeom prst="rect">
            <a:avLst/>
          </a:prstGeom>
          <a:solidFill>
            <a:srgbClr val="14B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/>
              <a:t>Vector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Checkout Incidents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828800"/>
            <a:ext cx="6400800" cy="411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timeout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743200"/>
            <a:ext cx="2743200" cy="411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Invoice delay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657600"/>
            <a:ext cx="1371600" cy="411480"/>
          </a:xfrm>
          <a:prstGeom prst="rect">
            <a:avLst/>
          </a:prstGeom>
          <a:solidFill>
            <a:srgbClr val="F9731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